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63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57F2E8D-BC69-7D47-AC47-246030274C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0CC13C2D-C232-93EE-F1AC-12B680E651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057D304-D092-9F83-6841-B90DBD99F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CC119-609A-450D-895F-378FFBBAE5C3}" type="datetimeFigureOut">
              <a:rPr lang="zh-TW" altLang="en-US" smtClean="0"/>
              <a:t>2026/4/21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56CB123-C116-BFAF-C982-40572D941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1E4EC68-38FD-C48A-38AB-9D93A71AD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7F49F-1A8A-4EB5-AAF0-7123CCF9769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94723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C2C1301-8EEA-0E13-5653-CC7DDEB7F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033992E-065A-2399-FA67-C869EBC163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23761E5-92CC-C0CA-ADA6-EC9AD9A87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CC119-609A-450D-895F-378FFBBAE5C3}" type="datetimeFigureOut">
              <a:rPr lang="zh-TW" altLang="en-US" smtClean="0"/>
              <a:t>2026/4/21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B37CF05-495E-D91E-0127-577D70DA7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73824CD-8D2F-8E76-FB4D-DBF30219C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7F49F-1A8A-4EB5-AAF0-7123CCF9769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64035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0AE5648-2DBD-B070-F44F-F04A1B31A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4702DE4-58B9-EFA7-D493-63F9361CE2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61EC53C-06BA-5D6A-2FD0-5E2F2AD40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CC119-609A-450D-895F-378FFBBAE5C3}" type="datetimeFigureOut">
              <a:rPr lang="zh-TW" altLang="en-US" smtClean="0"/>
              <a:t>2026/4/21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A54DF38-ECC4-AEE6-0AA9-334937B51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886181B-6201-482B-9D15-B4DD5394E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7F49F-1A8A-4EB5-AAF0-7123CCF9769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2376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879F6EE-5C2F-14F4-F972-D05D9EF1E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62BF716-5743-92C5-98DA-67E72CFA2B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B86D61E-7E78-EADB-974A-AF2AEEAB45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536AD65-72A1-6BC2-06EE-123B5FCD5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CC119-609A-450D-895F-378FFBBAE5C3}" type="datetimeFigureOut">
              <a:rPr lang="zh-TW" altLang="en-US" smtClean="0"/>
              <a:t>2026/4/21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E0F6A87-1E26-5E2A-50A2-4691C201D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8F19519-FA17-EB0E-6128-ADE0C0E3B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7F49F-1A8A-4EB5-AAF0-7123CCF9769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390780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91E85AF-95FF-8EE8-C7A6-1C24CDCCB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5B5E702-0595-403F-00EA-D485163294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FD341BD4-7152-3E83-6218-37ABFFBFB1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E43882B9-F748-4EB7-A36E-1D67E9CBCE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70BF1148-14AC-19C6-1865-41425E6A8A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580396DF-AD98-55CA-5115-23BC9AECD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CC119-609A-450D-895F-378FFBBAE5C3}" type="datetimeFigureOut">
              <a:rPr lang="zh-TW" altLang="en-US" smtClean="0"/>
              <a:t>2026/4/21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5509E617-F01B-75DF-8DC8-2772AEED2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23592837-0824-2073-2C22-8D19C60FA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7F49F-1A8A-4EB5-AAF0-7123CCF9769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57358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ECC54B-575D-D481-7000-382CB0959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D0C4249A-FD96-FB22-0086-E3C1F1A1C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CC119-609A-450D-895F-378FFBBAE5C3}" type="datetimeFigureOut">
              <a:rPr lang="zh-TW" altLang="en-US" smtClean="0"/>
              <a:t>2026/4/21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910681CB-587B-63BC-561E-1DAEE38E0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4A033A6-396E-39F1-3C9E-79381EB2B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7F49F-1A8A-4EB5-AAF0-7123CCF9769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28543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1A39B785-9712-B67C-1E17-3BA486D79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CC119-609A-450D-895F-378FFBBAE5C3}" type="datetimeFigureOut">
              <a:rPr lang="zh-TW" altLang="en-US" smtClean="0"/>
              <a:t>2026/4/21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378B0498-3877-26E6-7E93-029F7E2EB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05C7D08-2FBD-A796-4B34-C13373BA7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7F49F-1A8A-4EB5-AAF0-7123CCF9769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09455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E484FCF-1DA2-5209-7B40-737F771A9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C558ECD-8FE7-50A7-32AE-11500BC9BA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1E24B47-1853-4A4C-B69F-0CB8AD49F8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739B311-E403-B29E-B3A6-AEA30978E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CC119-609A-450D-895F-378FFBBAE5C3}" type="datetimeFigureOut">
              <a:rPr lang="zh-TW" altLang="en-US" smtClean="0"/>
              <a:t>2026/4/21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C6B2AF6-3F98-2D51-8D2A-6CCA29FE1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92C1910-A229-1D15-75B3-F96B2B315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7F49F-1A8A-4EB5-AAF0-7123CCF9769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125007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B208D13-1E5D-DEFC-A86B-13ED0AB79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E68A536A-232E-2C11-2F19-004A8AE8A5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D86D89F3-C057-93CE-B666-68682ECE7E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738DD31-D7F0-E501-8E72-398601D0E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CC119-609A-450D-895F-378FFBBAE5C3}" type="datetimeFigureOut">
              <a:rPr lang="zh-TW" altLang="en-US" smtClean="0"/>
              <a:t>2026/4/21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D61575A-ECE7-7DBD-6D00-1C903366E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B821693-EBDC-C41E-428C-616088B08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7F49F-1A8A-4EB5-AAF0-7123CCF9769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97357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7269A4E-5376-FA5D-EA09-F3363C484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547582C8-2AB7-0DCF-9FD3-AE19D41232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AA2EC76-0B2D-C86A-6D50-D31834F55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CC119-609A-450D-895F-378FFBBAE5C3}" type="datetimeFigureOut">
              <a:rPr lang="zh-TW" altLang="en-US" smtClean="0"/>
              <a:t>2026/4/21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553E2FA-82C3-575D-64D2-72E7A88E7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8323F1A-F7A2-2997-65C6-933FBBAED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7F49F-1A8A-4EB5-AAF0-7123CCF9769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098874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C481F37D-C8AE-3D3C-EBD4-0244D593D1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96A5A219-6801-2671-1CEE-3560737F88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6A3B903-1D4B-0CF9-1CD5-5E5D9648C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CC119-609A-450D-895F-378FFBBAE5C3}" type="datetimeFigureOut">
              <a:rPr lang="zh-TW" altLang="en-US" smtClean="0"/>
              <a:t>2026/4/21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E5F3FB8-B873-2347-B157-7DC45FCAE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F997F26-CEB5-2E7A-75B7-642B30389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7F49F-1A8A-4EB5-AAF0-7123CCF9769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233542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68DB4FF6-EA9F-FE37-46CC-7B414C990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C856204-ACFB-DDD5-38E4-9A499DF7F9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A0C841D-B457-9AD1-B695-3F0FD679CB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8CC119-609A-450D-895F-378FFBBAE5C3}" type="datetimeFigureOut">
              <a:rPr lang="zh-TW" altLang="en-US" smtClean="0"/>
              <a:t>2026/4/21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983DC11-7999-1F70-60B3-31A876A69B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7E76C52-F10B-EC82-254B-2BD4A8036E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07F49F-1A8A-4EB5-AAF0-7123CCF9769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37962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58BA0D0-8DD1-433D-1174-1982E030A8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08BED317-1096-0E84-729F-FACA84CE3C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flipV="1">
            <a:off x="7672250" y="5257799"/>
            <a:ext cx="2995749" cy="298269"/>
          </a:xfrm>
        </p:spPr>
        <p:txBody>
          <a:bodyPr>
            <a:normAutofit fontScale="70000" lnSpcReduction="20000"/>
          </a:bodyPr>
          <a:lstStyle/>
          <a:p>
            <a:endParaRPr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AC6ED3A5-87EE-381E-971F-1462EAB48B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86" y="1542149"/>
            <a:ext cx="11739345" cy="3935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2046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寬螢幕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佈景主題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1</cp:revision>
  <dcterms:created xsi:type="dcterms:W3CDTF">2026-04-21T03:51:11Z</dcterms:created>
  <dcterms:modified xsi:type="dcterms:W3CDTF">2026-04-21T03:51:33Z</dcterms:modified>
</cp:coreProperties>
</file>